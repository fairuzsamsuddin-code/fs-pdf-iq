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Pelan Perlindungan Keluarga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Analisis keperluan takaful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Isi Penting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Pendapatan bulanan RM 8,000</a:t>
            </a:r>
          </a:p>
          <a:p>
            <a:r>
              <a:t>Hutang rumah RM 450,000</a:t>
            </a:r>
          </a:p>
          <a:p>
            <a:r>
              <a:t>Simpanan kecemasan 6 bulan</a:t>
            </a:r>
          </a:p>
          <a:p>
            <a:r>
              <a:t>Perlindungan kematian &amp; TPD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Jadual &amp; Bentuk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Semasa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Sasaran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589520" y="1645920"/>
            <a:ext cx="3657600" cy="1828800"/>
          </a:xfrm>
          <a:prstGeom prst="roundRect">
            <a:avLst/>
          </a:prstGeom>
          <a:solidFill>
            <a:srgbClr val="D9000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Jurang RM 250k</a:t>
            </a:r>
          </a:p>
        </p:txBody>
      </p:sp>
      <p:pic>
        <p:nvPicPr>
          <p:cNvPr id="5" name="Picture 4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