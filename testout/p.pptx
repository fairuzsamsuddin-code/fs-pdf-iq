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57" r:id="rId4"/>
    <p:sldId id="258" r:id="rId5"/>
  </p:sldIdLst>
  <p:sldSz cx="12192000" cy="17242848"/>
  <p:notesSz cx="6858000" cy="9144000"/>
  <p:defaultTextStyle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172428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172428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172428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s PDF IQ">
  <a:themeElements>
    <a:clrScheme name="fs">
      <a:dk1>
        <a:srgbClr val="000000"/>
      </a:dk1>
      <a:lt1>
        <a:srgbClr val="FFFFFF"/>
      </a:lt1>
      <a:dk2>
        <a:srgbClr val="1F2328"/>
      </a:dk2>
      <a:lt2>
        <a:srgbClr val="EEECE1"/>
      </a:lt2>
      <a:accent1>
        <a:srgbClr val="D9000D"/>
      </a:accent1>
      <a:accent2>
        <a:srgbClr val="008183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f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